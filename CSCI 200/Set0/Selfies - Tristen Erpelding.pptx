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00FB7A-3FA6-445A-A846-CF17F9A144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E583A2-3943-4C6C-A1A5-7EC74F7830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B48B7-C8C7-4EF1-B4FA-92ABDA591B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1B2DD0-5F15-4DF1-B745-2A4ED9311D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DF3EB-EAA3-4019-8B60-EABA6000DC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B73E2C-321F-4DE0-95DC-94DF9F6D10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4BED90-AD77-4D61-B37D-9A99C321CC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7A5F04-DF79-4D8B-8B3B-98D335A093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BB2032-C4F0-4A0F-B082-5C78497CF6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989F9-1865-4E7A-A6D1-4972CF5F9B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A2464-CBD5-4F3F-8648-F4A8D7DA69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3626F-6875-46DE-9724-5A616265A7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DA462FF-6B2F-4972-8424-0D8E36DA55E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204640" y="11160"/>
            <a:ext cx="572616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317240" y="0"/>
            <a:ext cx="755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2023-01-11T15:44:59Z</dcterms:created>
  <dc:creator/>
  <dc:description/>
  <dc:language>en-US</dc:language>
  <cp:lastModifiedBy/>
  <dcterms:modified xsi:type="dcterms:W3CDTF">2023-01-11T15:54:20Z</dcterms:modified>
  <cp:revision>1</cp:revision>
  <dc:subject/>
  <dc:title/>
</cp:coreProperties>
</file>